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A7"/>
    <a:srgbClr val="ECF3FA"/>
    <a:srgbClr val="43CEFF"/>
    <a:srgbClr val="75DBFF"/>
    <a:srgbClr val="15C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知弘 吉田" userId="2d989f40dd133bea" providerId="LiveId" clId="{59560C2A-8F9E-4E04-8E8E-E71159EEFBD1}"/>
    <pc:docChg chg="undo custSel addSld delSld modSld sldOrd">
      <pc:chgData name="知弘 吉田" userId="2d989f40dd133bea" providerId="LiveId" clId="{59560C2A-8F9E-4E04-8E8E-E71159EEFBD1}" dt="2023-12-13T04:07:01.911" v="1345" actId="5793"/>
      <pc:docMkLst>
        <pc:docMk/>
      </pc:docMkLst>
      <pc:sldChg chg="addSp delSp modSp mod">
        <pc:chgData name="知弘 吉田" userId="2d989f40dd133bea" providerId="LiveId" clId="{59560C2A-8F9E-4E04-8E8E-E71159EEFBD1}" dt="2023-12-12T01:44:27.652" v="129" actId="20577"/>
        <pc:sldMkLst>
          <pc:docMk/>
          <pc:sldMk cId="969934123" sldId="258"/>
        </pc:sldMkLst>
        <pc:spChg chg="mod">
          <ac:chgData name="知弘 吉田" userId="2d989f40dd133bea" providerId="LiveId" clId="{59560C2A-8F9E-4E04-8E8E-E71159EEFBD1}" dt="2023-12-12T01:42:55.615" v="104" actId="14100"/>
          <ac:spMkLst>
            <pc:docMk/>
            <pc:sldMk cId="969934123" sldId="258"/>
            <ac:spMk id="4" creationId="{2B68D806-B945-37AD-287C-C00CF37FAF2A}"/>
          </ac:spMkLst>
        </pc:spChg>
        <pc:spChg chg="add mod">
          <ac:chgData name="知弘 吉田" userId="2d989f40dd133bea" providerId="LiveId" clId="{59560C2A-8F9E-4E04-8E8E-E71159EEFBD1}" dt="2023-12-12T01:44:27.652" v="129" actId="20577"/>
          <ac:spMkLst>
            <pc:docMk/>
            <pc:sldMk cId="969934123" sldId="258"/>
            <ac:spMk id="6" creationId="{760BB19C-C8A7-8B2B-0569-79ED70B274E7}"/>
          </ac:spMkLst>
        </pc:spChg>
        <pc:picChg chg="add del mod">
          <ac:chgData name="知弘 吉田" userId="2d989f40dd133bea" providerId="LiveId" clId="{59560C2A-8F9E-4E04-8E8E-E71159EEFBD1}" dt="2023-12-12T01:42:58.690" v="105" actId="478"/>
          <ac:picMkLst>
            <pc:docMk/>
            <pc:sldMk cId="969934123" sldId="258"/>
            <ac:picMk id="3" creationId="{6845001D-4833-29A7-800B-AF4B23F710D4}"/>
          </ac:picMkLst>
        </pc:picChg>
      </pc:sldChg>
      <pc:sldChg chg="modSp mod ord">
        <pc:chgData name="知弘 吉田" userId="2d989f40dd133bea" providerId="LiveId" clId="{59560C2A-8F9E-4E04-8E8E-E71159EEFBD1}" dt="2023-12-12T01:39:59.092" v="12" actId="20577"/>
        <pc:sldMkLst>
          <pc:docMk/>
          <pc:sldMk cId="621626853" sldId="259"/>
        </pc:sldMkLst>
        <pc:spChg chg="mod">
          <ac:chgData name="知弘 吉田" userId="2d989f40dd133bea" providerId="LiveId" clId="{59560C2A-8F9E-4E04-8E8E-E71159EEFBD1}" dt="2023-12-12T01:39:59.092" v="12" actId="20577"/>
          <ac:spMkLst>
            <pc:docMk/>
            <pc:sldMk cId="621626853" sldId="259"/>
            <ac:spMk id="4" creationId="{2B68D806-B945-37AD-287C-C00CF37FAF2A}"/>
          </ac:spMkLst>
        </pc:spChg>
      </pc:sldChg>
      <pc:sldChg chg="addSp delSp modSp mod">
        <pc:chgData name="知弘 吉田" userId="2d989f40dd133bea" providerId="LiveId" clId="{59560C2A-8F9E-4E04-8E8E-E71159EEFBD1}" dt="2023-12-13T04:07:01.911" v="1345" actId="5793"/>
        <pc:sldMkLst>
          <pc:docMk/>
          <pc:sldMk cId="2916846743" sldId="260"/>
        </pc:sldMkLst>
        <pc:spChg chg="mod">
          <ac:chgData name="知弘 吉田" userId="2d989f40dd133bea" providerId="LiveId" clId="{59560C2A-8F9E-4E04-8E8E-E71159EEFBD1}" dt="2023-12-13T03:50:43.535" v="1190" actId="20577"/>
          <ac:spMkLst>
            <pc:docMk/>
            <pc:sldMk cId="2916846743" sldId="260"/>
            <ac:spMk id="4" creationId="{2B68D806-B945-37AD-287C-C00CF37FAF2A}"/>
          </ac:spMkLst>
        </pc:spChg>
        <pc:graphicFrameChg chg="add del mod modGraphic">
          <ac:chgData name="知弘 吉田" userId="2d989f40dd133bea" providerId="LiveId" clId="{59560C2A-8F9E-4E04-8E8E-E71159EEFBD1}" dt="2023-12-13T04:01:08.715" v="1191" actId="478"/>
          <ac:graphicFrameMkLst>
            <pc:docMk/>
            <pc:sldMk cId="2916846743" sldId="260"/>
            <ac:graphicFrameMk id="2" creationId="{AF1602A8-79C0-740C-BE5E-C1F1FBE15D47}"/>
          </ac:graphicFrameMkLst>
        </pc:graphicFrameChg>
        <pc:graphicFrameChg chg="add mod modGraphic">
          <ac:chgData name="知弘 吉田" userId="2d989f40dd133bea" providerId="LiveId" clId="{59560C2A-8F9E-4E04-8E8E-E71159EEFBD1}" dt="2023-12-13T04:07:01.911" v="1345" actId="5793"/>
          <ac:graphicFrameMkLst>
            <pc:docMk/>
            <pc:sldMk cId="2916846743" sldId="260"/>
            <ac:graphicFrameMk id="3" creationId="{E6A5EB69-EC4C-5C29-AE3E-59405BA29BAC}"/>
          </ac:graphicFrameMkLst>
        </pc:graphicFrameChg>
      </pc:sldChg>
      <pc:sldChg chg="add">
        <pc:chgData name="知弘 吉田" userId="2d989f40dd133bea" providerId="LiveId" clId="{59560C2A-8F9E-4E04-8E8E-E71159EEFBD1}" dt="2023-12-12T01:39:51.882" v="2" actId="2890"/>
        <pc:sldMkLst>
          <pc:docMk/>
          <pc:sldMk cId="2056791852" sldId="261"/>
        </pc:sldMkLst>
      </pc:sldChg>
      <pc:sldChg chg="add del">
        <pc:chgData name="知弘 吉田" userId="2d989f40dd133bea" providerId="LiveId" clId="{59560C2A-8F9E-4E04-8E8E-E71159EEFBD1}" dt="2023-12-13T03:50:04.925" v="1155" actId="47"/>
        <pc:sldMkLst>
          <pc:docMk/>
          <pc:sldMk cId="1813953512" sldId="262"/>
        </pc:sldMkLst>
      </pc:sldChg>
      <pc:sldChg chg="addSp modSp add mod">
        <pc:chgData name="知弘 吉田" userId="2d989f40dd133bea" providerId="LiveId" clId="{59560C2A-8F9E-4E04-8E8E-E71159EEFBD1}" dt="2023-12-12T01:57:44.134" v="250" actId="1076"/>
        <pc:sldMkLst>
          <pc:docMk/>
          <pc:sldMk cId="2448270576" sldId="263"/>
        </pc:sldMkLst>
        <pc:spChg chg="mod">
          <ac:chgData name="知弘 吉田" userId="2d989f40dd133bea" providerId="LiveId" clId="{59560C2A-8F9E-4E04-8E8E-E71159EEFBD1}" dt="2023-12-12T01:46:23.913" v="138" actId="20577"/>
          <ac:spMkLst>
            <pc:docMk/>
            <pc:sldMk cId="2448270576" sldId="263"/>
            <ac:spMk id="4" creationId="{2B68D806-B945-37AD-287C-C00CF37FAF2A}"/>
          </ac:spMkLst>
        </pc:spChg>
        <pc:spChg chg="add mod">
          <ac:chgData name="知弘 吉田" userId="2d989f40dd133bea" providerId="LiveId" clId="{59560C2A-8F9E-4E04-8E8E-E71159EEFBD1}" dt="2023-12-12T01:55:50.619" v="242" actId="1076"/>
          <ac:spMkLst>
            <pc:docMk/>
            <pc:sldMk cId="2448270576" sldId="263"/>
            <ac:spMk id="5" creationId="{99AE2C11-0597-42FC-6617-B3329DFBA4F5}"/>
          </ac:spMkLst>
        </pc:spChg>
        <pc:picChg chg="mod">
          <ac:chgData name="知弘 吉田" userId="2d989f40dd133bea" providerId="LiveId" clId="{59560C2A-8F9E-4E04-8E8E-E71159EEFBD1}" dt="2023-12-12T01:57:44.134" v="250" actId="1076"/>
          <ac:picMkLst>
            <pc:docMk/>
            <pc:sldMk cId="2448270576" sldId="263"/>
            <ac:picMk id="3" creationId="{6845001D-4833-29A7-800B-AF4B23F710D4}"/>
          </ac:picMkLst>
        </pc:picChg>
      </pc:sldChg>
      <pc:sldChg chg="add del">
        <pc:chgData name="知弘 吉田" userId="2d989f40dd133bea" providerId="LiveId" clId="{59560C2A-8F9E-4E04-8E8E-E71159EEFBD1}" dt="2023-12-13T03:49:54.642" v="1154" actId="47"/>
        <pc:sldMkLst>
          <pc:docMk/>
          <pc:sldMk cId="578426224" sldId="264"/>
        </pc:sldMkLst>
      </pc:sldChg>
      <pc:sldChg chg="addSp delSp modSp add mod">
        <pc:chgData name="知弘 吉田" userId="2d989f40dd133bea" providerId="LiveId" clId="{59560C2A-8F9E-4E04-8E8E-E71159EEFBD1}" dt="2023-12-12T02:22:37.025" v="908" actId="1076"/>
        <pc:sldMkLst>
          <pc:docMk/>
          <pc:sldMk cId="3102692296" sldId="265"/>
        </pc:sldMkLst>
        <pc:spChg chg="add mod">
          <ac:chgData name="知弘 吉田" userId="2d989f40dd133bea" providerId="LiveId" clId="{59560C2A-8F9E-4E04-8E8E-E71159EEFBD1}" dt="2023-12-12T02:15:52.132" v="785" actId="20577"/>
          <ac:spMkLst>
            <pc:docMk/>
            <pc:sldMk cId="3102692296" sldId="265"/>
            <ac:spMk id="2" creationId="{1D2174BB-309F-B346-3308-186AFA6D8DE8}"/>
          </ac:spMkLst>
        </pc:spChg>
        <pc:spChg chg="mod">
          <ac:chgData name="知弘 吉田" userId="2d989f40dd133bea" providerId="LiveId" clId="{59560C2A-8F9E-4E04-8E8E-E71159EEFBD1}" dt="2023-12-12T02:16:09.258" v="793" actId="20577"/>
          <ac:spMkLst>
            <pc:docMk/>
            <pc:sldMk cId="3102692296" sldId="265"/>
            <ac:spMk id="4" creationId="{2B68D806-B945-37AD-287C-C00CF37FAF2A}"/>
          </ac:spMkLst>
        </pc:spChg>
        <pc:spChg chg="del">
          <ac:chgData name="知弘 吉田" userId="2d989f40dd133bea" providerId="LiveId" clId="{59560C2A-8F9E-4E04-8E8E-E71159EEFBD1}" dt="2023-12-12T01:52:38.621" v="215" actId="478"/>
          <ac:spMkLst>
            <pc:docMk/>
            <pc:sldMk cId="3102692296" sldId="265"/>
            <ac:spMk id="5" creationId="{99AE2C11-0597-42FC-6617-B3329DFBA4F5}"/>
          </ac:spMkLst>
        </pc:spChg>
        <pc:picChg chg="del">
          <ac:chgData name="知弘 吉田" userId="2d989f40dd133bea" providerId="LiveId" clId="{59560C2A-8F9E-4E04-8E8E-E71159EEFBD1}" dt="2023-12-12T01:52:38.621" v="215" actId="478"/>
          <ac:picMkLst>
            <pc:docMk/>
            <pc:sldMk cId="3102692296" sldId="265"/>
            <ac:picMk id="3" creationId="{6845001D-4833-29A7-800B-AF4B23F710D4}"/>
          </ac:picMkLst>
        </pc:picChg>
        <pc:picChg chg="add mod">
          <ac:chgData name="知弘 吉田" userId="2d989f40dd133bea" providerId="LiveId" clId="{59560C2A-8F9E-4E04-8E8E-E71159EEFBD1}" dt="2023-12-12T02:22:37.025" v="908" actId="1076"/>
          <ac:picMkLst>
            <pc:docMk/>
            <pc:sldMk cId="3102692296" sldId="265"/>
            <ac:picMk id="7" creationId="{38211A78-0BF7-4645-67A9-AA739D50EEE9}"/>
          </ac:picMkLst>
        </pc:picChg>
      </pc:sldChg>
      <pc:sldChg chg="addSp delSp modSp add mod ord">
        <pc:chgData name="知弘 吉田" userId="2d989f40dd133bea" providerId="LiveId" clId="{59560C2A-8F9E-4E04-8E8E-E71159EEFBD1}" dt="2023-12-12T02:02:33.133" v="345" actId="1076"/>
        <pc:sldMkLst>
          <pc:docMk/>
          <pc:sldMk cId="2226855435" sldId="266"/>
        </pc:sldMkLst>
        <pc:spChg chg="del">
          <ac:chgData name="知弘 吉田" userId="2d989f40dd133bea" providerId="LiveId" clId="{59560C2A-8F9E-4E04-8E8E-E71159EEFBD1}" dt="2023-12-12T01:59:00.977" v="254" actId="478"/>
          <ac:spMkLst>
            <pc:docMk/>
            <pc:sldMk cId="2226855435" sldId="266"/>
            <ac:spMk id="2" creationId="{1D2174BB-309F-B346-3308-186AFA6D8DE8}"/>
          </ac:spMkLst>
        </pc:spChg>
        <pc:spChg chg="mod">
          <ac:chgData name="知弘 吉田" userId="2d989f40dd133bea" providerId="LiveId" clId="{59560C2A-8F9E-4E04-8E8E-E71159EEFBD1}" dt="2023-12-12T01:59:46.028" v="326" actId="14100"/>
          <ac:spMkLst>
            <pc:docMk/>
            <pc:sldMk cId="2226855435" sldId="266"/>
            <ac:spMk id="4" creationId="{2B68D806-B945-37AD-287C-C00CF37FAF2A}"/>
          </ac:spMkLst>
        </pc:spChg>
        <pc:spChg chg="add mod">
          <ac:chgData name="知弘 吉田" userId="2d989f40dd133bea" providerId="LiveId" clId="{59560C2A-8F9E-4E04-8E8E-E71159EEFBD1}" dt="2023-12-12T02:01:30.312" v="337" actId="1076"/>
          <ac:spMkLst>
            <pc:docMk/>
            <pc:sldMk cId="2226855435" sldId="266"/>
            <ac:spMk id="8" creationId="{BF62DAF2-ED72-92E1-683B-909C95CC318F}"/>
          </ac:spMkLst>
        </pc:spChg>
        <pc:picChg chg="add mod">
          <ac:chgData name="知弘 吉田" userId="2d989f40dd133bea" providerId="LiveId" clId="{59560C2A-8F9E-4E04-8E8E-E71159EEFBD1}" dt="2023-12-12T02:01:34.595" v="339" actId="1076"/>
          <ac:picMkLst>
            <pc:docMk/>
            <pc:sldMk cId="2226855435" sldId="266"/>
            <ac:picMk id="5" creationId="{6BE4FB16-E32C-C4EB-1527-3BCBFF065671}"/>
          </ac:picMkLst>
        </pc:picChg>
        <pc:picChg chg="del">
          <ac:chgData name="知弘 吉田" userId="2d989f40dd133bea" providerId="LiveId" clId="{59560C2A-8F9E-4E04-8E8E-E71159EEFBD1}" dt="2023-12-12T01:59:00.977" v="254" actId="478"/>
          <ac:picMkLst>
            <pc:docMk/>
            <pc:sldMk cId="2226855435" sldId="266"/>
            <ac:picMk id="7" creationId="{38211A78-0BF7-4645-67A9-AA739D50EEE9}"/>
          </ac:picMkLst>
        </pc:picChg>
        <pc:picChg chg="add mod">
          <ac:chgData name="知弘 吉田" userId="2d989f40dd133bea" providerId="LiveId" clId="{59560C2A-8F9E-4E04-8E8E-E71159EEFBD1}" dt="2023-12-12T02:02:30.237" v="343" actId="1076"/>
          <ac:picMkLst>
            <pc:docMk/>
            <pc:sldMk cId="2226855435" sldId="266"/>
            <ac:picMk id="12" creationId="{7A45D82A-3250-85E3-F51B-F3C649B87AE3}"/>
          </ac:picMkLst>
        </pc:picChg>
        <pc:picChg chg="add mod">
          <ac:chgData name="知弘 吉田" userId="2d989f40dd133bea" providerId="LiveId" clId="{59560C2A-8F9E-4E04-8E8E-E71159EEFBD1}" dt="2023-12-12T02:02:33.133" v="345" actId="1076"/>
          <ac:picMkLst>
            <pc:docMk/>
            <pc:sldMk cId="2226855435" sldId="266"/>
            <ac:picMk id="14" creationId="{55781AF4-7FF0-E06E-1799-4871700B2C1D}"/>
          </ac:picMkLst>
        </pc:picChg>
      </pc:sldChg>
      <pc:sldChg chg="addSp delSp modSp add mod ord">
        <pc:chgData name="知弘 吉田" userId="2d989f40dd133bea" providerId="LiveId" clId="{59560C2A-8F9E-4E04-8E8E-E71159EEFBD1}" dt="2023-12-12T02:25:41.707" v="970" actId="1076"/>
        <pc:sldMkLst>
          <pc:docMk/>
          <pc:sldMk cId="850146618" sldId="267"/>
        </pc:sldMkLst>
        <pc:spChg chg="mod">
          <ac:chgData name="知弘 吉田" userId="2d989f40dd133bea" providerId="LiveId" clId="{59560C2A-8F9E-4E04-8E8E-E71159EEFBD1}" dt="2023-12-12T02:25:06.663" v="944" actId="20577"/>
          <ac:spMkLst>
            <pc:docMk/>
            <pc:sldMk cId="850146618" sldId="267"/>
            <ac:spMk id="4" creationId="{2B68D806-B945-37AD-287C-C00CF37FAF2A}"/>
          </ac:spMkLst>
        </pc:spChg>
        <pc:spChg chg="add mod">
          <ac:chgData name="知弘 吉田" userId="2d989f40dd133bea" providerId="LiveId" clId="{59560C2A-8F9E-4E04-8E8E-E71159EEFBD1}" dt="2023-12-12T02:25:39.329" v="969" actId="404"/>
          <ac:spMkLst>
            <pc:docMk/>
            <pc:sldMk cId="850146618" sldId="267"/>
            <ac:spMk id="10" creationId="{9D3B7424-557D-100C-111F-D700E14D1757}"/>
          </ac:spMkLst>
        </pc:spChg>
        <pc:picChg chg="add mod">
          <ac:chgData name="知弘 吉田" userId="2d989f40dd133bea" providerId="LiveId" clId="{59560C2A-8F9E-4E04-8E8E-E71159EEFBD1}" dt="2023-12-12T02:24:48.064" v="936" actId="1076"/>
          <ac:picMkLst>
            <pc:docMk/>
            <pc:sldMk cId="850146618" sldId="267"/>
            <ac:picMk id="3" creationId="{893CD867-6A62-6DCC-824A-A642A5224249}"/>
          </ac:picMkLst>
        </pc:picChg>
        <pc:picChg chg="del">
          <ac:chgData name="知弘 吉田" userId="2d989f40dd133bea" providerId="LiveId" clId="{59560C2A-8F9E-4E04-8E8E-E71159EEFBD1}" dt="2023-12-12T02:16:42.452" v="826" actId="478"/>
          <ac:picMkLst>
            <pc:docMk/>
            <pc:sldMk cId="850146618" sldId="267"/>
            <ac:picMk id="5" creationId="{6BE4FB16-E32C-C4EB-1527-3BCBFF065671}"/>
          </ac:picMkLst>
        </pc:picChg>
        <pc:picChg chg="add mod">
          <ac:chgData name="知弘 吉田" userId="2d989f40dd133bea" providerId="LiveId" clId="{59560C2A-8F9E-4E04-8E8E-E71159EEFBD1}" dt="2023-12-12T02:25:41.707" v="970" actId="1076"/>
          <ac:picMkLst>
            <pc:docMk/>
            <pc:sldMk cId="850146618" sldId="267"/>
            <ac:picMk id="7" creationId="{A93240B6-A079-9006-9989-350F24C20239}"/>
          </ac:picMkLst>
        </pc:picChg>
        <pc:picChg chg="del">
          <ac:chgData name="知弘 吉田" userId="2d989f40dd133bea" providerId="LiveId" clId="{59560C2A-8F9E-4E04-8E8E-E71159EEFBD1}" dt="2023-12-12T02:03:14.522" v="347" actId="478"/>
          <ac:picMkLst>
            <pc:docMk/>
            <pc:sldMk cId="850146618" sldId="267"/>
            <ac:picMk id="12" creationId="{7A45D82A-3250-85E3-F51B-F3C649B87AE3}"/>
          </ac:picMkLst>
        </pc:picChg>
        <pc:picChg chg="del">
          <ac:chgData name="知弘 吉田" userId="2d989f40dd133bea" providerId="LiveId" clId="{59560C2A-8F9E-4E04-8E8E-E71159EEFBD1}" dt="2023-12-12T02:03:14.522" v="347" actId="478"/>
          <ac:picMkLst>
            <pc:docMk/>
            <pc:sldMk cId="850146618" sldId="267"/>
            <ac:picMk id="14" creationId="{55781AF4-7FF0-E06E-1799-4871700B2C1D}"/>
          </ac:picMkLst>
        </pc:picChg>
      </pc:sldChg>
      <pc:sldChg chg="add del">
        <pc:chgData name="知弘 吉田" userId="2d989f40dd133bea" providerId="LiveId" clId="{59560C2A-8F9E-4E04-8E8E-E71159EEFBD1}" dt="2023-12-12T02:17:12.616" v="834" actId="2890"/>
        <pc:sldMkLst>
          <pc:docMk/>
          <pc:sldMk cId="2914731459" sldId="268"/>
        </pc:sldMkLst>
      </pc:sldChg>
      <pc:sldChg chg="addSp delSp modSp add mod">
        <pc:chgData name="知弘 吉田" userId="2d989f40dd133bea" providerId="LiveId" clId="{59560C2A-8F9E-4E04-8E8E-E71159EEFBD1}" dt="2023-12-12T02:24:04.781" v="919" actId="1076"/>
        <pc:sldMkLst>
          <pc:docMk/>
          <pc:sldMk cId="4168617488" sldId="268"/>
        </pc:sldMkLst>
        <pc:spChg chg="del">
          <ac:chgData name="知弘 吉田" userId="2d989f40dd133bea" providerId="LiveId" clId="{59560C2A-8F9E-4E04-8E8E-E71159EEFBD1}" dt="2023-12-12T02:19:16.097" v="848" actId="478"/>
          <ac:spMkLst>
            <pc:docMk/>
            <pc:sldMk cId="4168617488" sldId="268"/>
            <ac:spMk id="2" creationId="{1D2174BB-309F-B346-3308-186AFA6D8DE8}"/>
          </ac:spMkLst>
        </pc:spChg>
        <pc:picChg chg="add mod">
          <ac:chgData name="知弘 吉田" userId="2d989f40dd133bea" providerId="LiveId" clId="{59560C2A-8F9E-4E04-8E8E-E71159EEFBD1}" dt="2023-12-12T02:21:43.505" v="896" actId="1076"/>
          <ac:picMkLst>
            <pc:docMk/>
            <pc:sldMk cId="4168617488" sldId="268"/>
            <ac:picMk id="5" creationId="{09ACF17D-21B0-06AD-7AA1-808FAFD35663}"/>
          </ac:picMkLst>
        </pc:picChg>
        <pc:picChg chg="add mod">
          <ac:chgData name="知弘 吉田" userId="2d989f40dd133bea" providerId="LiveId" clId="{59560C2A-8F9E-4E04-8E8E-E71159EEFBD1}" dt="2023-12-12T02:21:44.873" v="897" actId="1076"/>
          <ac:picMkLst>
            <pc:docMk/>
            <pc:sldMk cId="4168617488" sldId="268"/>
            <ac:picMk id="6" creationId="{F7B1F4A1-609F-1FEF-9F36-AF5563036BAB}"/>
          </ac:picMkLst>
        </pc:picChg>
        <pc:picChg chg="del">
          <ac:chgData name="知弘 吉田" userId="2d989f40dd133bea" providerId="LiveId" clId="{59560C2A-8F9E-4E04-8E8E-E71159EEFBD1}" dt="2023-12-12T02:17:15.695" v="836" actId="478"/>
          <ac:picMkLst>
            <pc:docMk/>
            <pc:sldMk cId="4168617488" sldId="268"/>
            <ac:picMk id="7" creationId="{38211A78-0BF7-4645-67A9-AA739D50EEE9}"/>
          </ac:picMkLst>
        </pc:picChg>
        <pc:picChg chg="add del mod">
          <ac:chgData name="知弘 吉田" userId="2d989f40dd133bea" providerId="LiveId" clId="{59560C2A-8F9E-4E04-8E8E-E71159EEFBD1}" dt="2023-12-12T02:24:04.781" v="919" actId="1076"/>
          <ac:picMkLst>
            <pc:docMk/>
            <pc:sldMk cId="4168617488" sldId="268"/>
            <ac:picMk id="10" creationId="{51382959-B3DD-73BB-DC16-EA663A74C44F}"/>
          </ac:picMkLst>
        </pc:picChg>
      </pc:sldChg>
      <pc:sldChg chg="addSp delSp modSp add mod">
        <pc:chgData name="知弘 吉田" userId="2d989f40dd133bea" providerId="LiveId" clId="{59560C2A-8F9E-4E04-8E8E-E71159EEFBD1}" dt="2023-12-12T02:21:04.112" v="893" actId="1076"/>
        <pc:sldMkLst>
          <pc:docMk/>
          <pc:sldMk cId="2585871455" sldId="269"/>
        </pc:sldMkLst>
        <pc:spChg chg="mod">
          <ac:chgData name="知弘 吉田" userId="2d989f40dd133bea" providerId="LiveId" clId="{59560C2A-8F9E-4E04-8E8E-E71159EEFBD1}" dt="2023-12-12T02:20:34.533" v="881" actId="20577"/>
          <ac:spMkLst>
            <pc:docMk/>
            <pc:sldMk cId="2585871455" sldId="269"/>
            <ac:spMk id="4" creationId="{2B68D806-B945-37AD-287C-C00CF37FAF2A}"/>
          </ac:spMkLst>
        </pc:spChg>
        <pc:picChg chg="add mod">
          <ac:chgData name="知弘 吉田" userId="2d989f40dd133bea" providerId="LiveId" clId="{59560C2A-8F9E-4E04-8E8E-E71159EEFBD1}" dt="2023-12-12T02:21:00.072" v="889" actId="1076"/>
          <ac:picMkLst>
            <pc:docMk/>
            <pc:sldMk cId="2585871455" sldId="269"/>
            <ac:picMk id="3" creationId="{AE03E25C-9780-1D50-6096-EAF8B216F0A5}"/>
          </ac:picMkLst>
        </pc:picChg>
        <pc:picChg chg="del">
          <ac:chgData name="知弘 吉田" userId="2d989f40dd133bea" providerId="LiveId" clId="{59560C2A-8F9E-4E04-8E8E-E71159EEFBD1}" dt="2023-12-12T02:20:36.749" v="882" actId="478"/>
          <ac:picMkLst>
            <pc:docMk/>
            <pc:sldMk cId="2585871455" sldId="269"/>
            <ac:picMk id="5" creationId="{09ACF17D-21B0-06AD-7AA1-808FAFD35663}"/>
          </ac:picMkLst>
        </pc:picChg>
        <pc:picChg chg="del">
          <ac:chgData name="知弘 吉田" userId="2d989f40dd133bea" providerId="LiveId" clId="{59560C2A-8F9E-4E04-8E8E-E71159EEFBD1}" dt="2023-12-12T02:20:36.749" v="882" actId="478"/>
          <ac:picMkLst>
            <pc:docMk/>
            <pc:sldMk cId="2585871455" sldId="269"/>
            <ac:picMk id="6" creationId="{F7B1F4A1-609F-1FEF-9F36-AF5563036BAB}"/>
          </ac:picMkLst>
        </pc:picChg>
        <pc:picChg chg="add mod">
          <ac:chgData name="知弘 吉田" userId="2d989f40dd133bea" providerId="LiveId" clId="{59560C2A-8F9E-4E04-8E8E-E71159EEFBD1}" dt="2023-12-12T02:21:04.112" v="893" actId="1076"/>
          <ac:picMkLst>
            <pc:docMk/>
            <pc:sldMk cId="2585871455" sldId="269"/>
            <ac:picMk id="8" creationId="{D17EE431-AB99-2FD8-C182-A7C8C6197B9D}"/>
          </ac:picMkLst>
        </pc:picChg>
      </pc:sldChg>
      <pc:sldChg chg="addSp delSp modSp add mod ord">
        <pc:chgData name="知弘 吉田" userId="2d989f40dd133bea" providerId="LiveId" clId="{59560C2A-8F9E-4E04-8E8E-E71159EEFBD1}" dt="2023-12-12T02:24:09.045" v="921" actId="1076"/>
        <pc:sldMkLst>
          <pc:docMk/>
          <pc:sldMk cId="631755845" sldId="270"/>
        </pc:sldMkLst>
        <pc:spChg chg="mod">
          <ac:chgData name="知弘 吉田" userId="2d989f40dd133bea" providerId="LiveId" clId="{59560C2A-8F9E-4E04-8E8E-E71159EEFBD1}" dt="2023-12-12T02:23:03.621" v="913"/>
          <ac:spMkLst>
            <pc:docMk/>
            <pc:sldMk cId="631755845" sldId="270"/>
            <ac:spMk id="4" creationId="{2B68D806-B945-37AD-287C-C00CF37FAF2A}"/>
          </ac:spMkLst>
        </pc:spChg>
        <pc:spChg chg="add del">
          <ac:chgData name="知弘 吉田" userId="2d989f40dd133bea" providerId="LiveId" clId="{59560C2A-8F9E-4E04-8E8E-E71159EEFBD1}" dt="2023-12-12T02:23:41.065" v="915" actId="478"/>
          <ac:spMkLst>
            <pc:docMk/>
            <pc:sldMk cId="631755845" sldId="270"/>
            <ac:spMk id="5" creationId="{169D53CF-F491-1A43-D655-55E93219A2BA}"/>
          </ac:spMkLst>
        </pc:spChg>
        <pc:picChg chg="del">
          <ac:chgData name="知弘 吉田" userId="2d989f40dd133bea" providerId="LiveId" clId="{59560C2A-8F9E-4E04-8E8E-E71159EEFBD1}" dt="2023-12-12T02:22:54.740" v="910" actId="478"/>
          <ac:picMkLst>
            <pc:docMk/>
            <pc:sldMk cId="631755845" sldId="270"/>
            <ac:picMk id="3" creationId="{AE03E25C-9780-1D50-6096-EAF8B216F0A5}"/>
          </ac:picMkLst>
        </pc:picChg>
        <pc:picChg chg="add mod">
          <ac:chgData name="知弘 吉田" userId="2d989f40dd133bea" providerId="LiveId" clId="{59560C2A-8F9E-4E04-8E8E-E71159EEFBD1}" dt="2023-12-12T02:24:09.045" v="921" actId="1076"/>
          <ac:picMkLst>
            <pc:docMk/>
            <pc:sldMk cId="631755845" sldId="270"/>
            <ac:picMk id="7" creationId="{0BE4CDB6-9DE7-DEFE-327A-8988DCF25EDD}"/>
          </ac:picMkLst>
        </pc:picChg>
        <pc:picChg chg="del">
          <ac:chgData name="知弘 吉田" userId="2d989f40dd133bea" providerId="LiveId" clId="{59560C2A-8F9E-4E04-8E8E-E71159EEFBD1}" dt="2023-12-12T02:22:54.740" v="910" actId="478"/>
          <ac:picMkLst>
            <pc:docMk/>
            <pc:sldMk cId="631755845" sldId="270"/>
            <ac:picMk id="8" creationId="{D17EE431-AB99-2FD8-C182-A7C8C6197B9D}"/>
          </ac:picMkLst>
        </pc:picChg>
      </pc:sldChg>
      <pc:sldChg chg="addSp delSp modSp add mod">
        <pc:chgData name="知弘 吉田" userId="2d989f40dd133bea" providerId="LiveId" clId="{59560C2A-8F9E-4E04-8E8E-E71159EEFBD1}" dt="2023-12-12T02:28:09.602" v="993" actId="1076"/>
        <pc:sldMkLst>
          <pc:docMk/>
          <pc:sldMk cId="2635992405" sldId="271"/>
        </pc:sldMkLst>
        <pc:spChg chg="mod">
          <ac:chgData name="知弘 吉田" userId="2d989f40dd133bea" providerId="LiveId" clId="{59560C2A-8F9E-4E04-8E8E-E71159EEFBD1}" dt="2023-12-12T02:27:31.045" v="980" actId="20577"/>
          <ac:spMkLst>
            <pc:docMk/>
            <pc:sldMk cId="2635992405" sldId="271"/>
            <ac:spMk id="4" creationId="{2B68D806-B945-37AD-287C-C00CF37FAF2A}"/>
          </ac:spMkLst>
        </pc:spChg>
        <pc:picChg chg="del">
          <ac:chgData name="知弘 吉田" userId="2d989f40dd133bea" providerId="LiveId" clId="{59560C2A-8F9E-4E04-8E8E-E71159EEFBD1}" dt="2023-12-12T02:26:10.445" v="972" actId="478"/>
          <ac:picMkLst>
            <pc:docMk/>
            <pc:sldMk cId="2635992405" sldId="271"/>
            <ac:picMk id="3" creationId="{AE03E25C-9780-1D50-6096-EAF8B216F0A5}"/>
          </ac:picMkLst>
        </pc:picChg>
        <pc:picChg chg="add mod">
          <ac:chgData name="知弘 吉田" userId="2d989f40dd133bea" providerId="LiveId" clId="{59560C2A-8F9E-4E04-8E8E-E71159EEFBD1}" dt="2023-12-12T02:28:09.602" v="993" actId="1076"/>
          <ac:picMkLst>
            <pc:docMk/>
            <pc:sldMk cId="2635992405" sldId="271"/>
            <ac:picMk id="5" creationId="{5F441CF4-4120-59E1-C3B8-CDC9BD866955}"/>
          </ac:picMkLst>
        </pc:picChg>
        <pc:picChg chg="add mod">
          <ac:chgData name="知弘 吉田" userId="2d989f40dd133bea" providerId="LiveId" clId="{59560C2A-8F9E-4E04-8E8E-E71159EEFBD1}" dt="2023-12-12T02:27:55.370" v="988" actId="14100"/>
          <ac:picMkLst>
            <pc:docMk/>
            <pc:sldMk cId="2635992405" sldId="271"/>
            <ac:picMk id="7" creationId="{A1330B43-5203-6A61-4624-B05F90138ED9}"/>
          </ac:picMkLst>
        </pc:picChg>
        <pc:picChg chg="del">
          <ac:chgData name="知弘 吉田" userId="2d989f40dd133bea" providerId="LiveId" clId="{59560C2A-8F9E-4E04-8E8E-E71159EEFBD1}" dt="2023-12-12T02:26:10.445" v="972" actId="478"/>
          <ac:picMkLst>
            <pc:docMk/>
            <pc:sldMk cId="2635992405" sldId="271"/>
            <ac:picMk id="8" creationId="{D17EE431-AB99-2FD8-C182-A7C8C6197B9D}"/>
          </ac:picMkLst>
        </pc:picChg>
        <pc:picChg chg="add mod">
          <ac:chgData name="知弘 吉田" userId="2d989f40dd133bea" providerId="LiveId" clId="{59560C2A-8F9E-4E04-8E8E-E71159EEFBD1}" dt="2023-12-12T02:28:06.602" v="991" actId="14100"/>
          <ac:picMkLst>
            <pc:docMk/>
            <pc:sldMk cId="2635992405" sldId="271"/>
            <ac:picMk id="12" creationId="{24CE95D4-DC62-07D4-DB5C-7891C0D3030B}"/>
          </ac:picMkLst>
        </pc:picChg>
      </pc:sldChg>
      <pc:sldChg chg="addSp delSp modSp add mod">
        <pc:chgData name="知弘 吉田" userId="2d989f40dd133bea" providerId="LiveId" clId="{59560C2A-8F9E-4E04-8E8E-E71159EEFBD1}" dt="2023-12-12T02:35:50.803" v="1153" actId="20577"/>
        <pc:sldMkLst>
          <pc:docMk/>
          <pc:sldMk cId="998971671" sldId="272"/>
        </pc:sldMkLst>
        <pc:spChg chg="mod">
          <ac:chgData name="知弘 吉田" userId="2d989f40dd133bea" providerId="LiveId" clId="{59560C2A-8F9E-4E04-8E8E-E71159EEFBD1}" dt="2023-12-12T02:29:37.742" v="1056" actId="20577"/>
          <ac:spMkLst>
            <pc:docMk/>
            <pc:sldMk cId="998971671" sldId="272"/>
            <ac:spMk id="4" creationId="{2B68D806-B945-37AD-287C-C00CF37FAF2A}"/>
          </ac:spMkLst>
        </pc:spChg>
        <pc:spChg chg="add mod">
          <ac:chgData name="知弘 吉田" userId="2d989f40dd133bea" providerId="LiveId" clId="{59560C2A-8F9E-4E04-8E8E-E71159EEFBD1}" dt="2023-12-12T02:35:27.304" v="1096" actId="1036"/>
          <ac:spMkLst>
            <pc:docMk/>
            <pc:sldMk cId="998971671" sldId="272"/>
            <ac:spMk id="8" creationId="{C25A71AA-636C-D4F6-3518-143A9C8B6C13}"/>
          </ac:spMkLst>
        </pc:spChg>
        <pc:spChg chg="add mod">
          <ac:chgData name="知弘 吉田" userId="2d989f40dd133bea" providerId="LiveId" clId="{59560C2A-8F9E-4E04-8E8E-E71159EEFBD1}" dt="2023-12-12T02:35:50.803" v="1153" actId="20577"/>
          <ac:spMkLst>
            <pc:docMk/>
            <pc:sldMk cId="998971671" sldId="272"/>
            <ac:spMk id="16" creationId="{D438A131-0C3F-51B0-2756-824EA208E2E6}"/>
          </ac:spMkLst>
        </pc:spChg>
        <pc:picChg chg="add mod">
          <ac:chgData name="知弘 吉田" userId="2d989f40dd133bea" providerId="LiveId" clId="{59560C2A-8F9E-4E04-8E8E-E71159EEFBD1}" dt="2023-12-12T02:35:27.304" v="1096" actId="1036"/>
          <ac:picMkLst>
            <pc:docMk/>
            <pc:sldMk cId="998971671" sldId="272"/>
            <ac:picMk id="3" creationId="{1B07B4A5-BBF0-4D74-06F7-FFD2C7ECCA7C}"/>
          </ac:picMkLst>
        </pc:picChg>
        <pc:picChg chg="del">
          <ac:chgData name="知弘 吉田" userId="2d989f40dd133bea" providerId="LiveId" clId="{59560C2A-8F9E-4E04-8E8E-E71159EEFBD1}" dt="2023-12-12T02:29:21.877" v="995" actId="478"/>
          <ac:picMkLst>
            <pc:docMk/>
            <pc:sldMk cId="998971671" sldId="272"/>
            <ac:picMk id="5" creationId="{09ACF17D-21B0-06AD-7AA1-808FAFD35663}"/>
          </ac:picMkLst>
        </pc:picChg>
        <pc:picChg chg="del">
          <ac:chgData name="知弘 吉田" userId="2d989f40dd133bea" providerId="LiveId" clId="{59560C2A-8F9E-4E04-8E8E-E71159EEFBD1}" dt="2023-12-12T02:29:21.877" v="995" actId="478"/>
          <ac:picMkLst>
            <pc:docMk/>
            <pc:sldMk cId="998971671" sldId="272"/>
            <ac:picMk id="6" creationId="{F7B1F4A1-609F-1FEF-9F36-AF5563036BAB}"/>
          </ac:picMkLst>
        </pc:picChg>
        <pc:picChg chg="del">
          <ac:chgData name="知弘 吉田" userId="2d989f40dd133bea" providerId="LiveId" clId="{59560C2A-8F9E-4E04-8E8E-E71159EEFBD1}" dt="2023-12-12T02:29:21.877" v="995" actId="478"/>
          <ac:picMkLst>
            <pc:docMk/>
            <pc:sldMk cId="998971671" sldId="272"/>
            <ac:picMk id="10" creationId="{51382959-B3DD-73BB-DC16-EA663A74C44F}"/>
          </ac:picMkLst>
        </pc:picChg>
        <pc:picChg chg="add mod">
          <ac:chgData name="知弘 吉田" userId="2d989f40dd133bea" providerId="LiveId" clId="{59560C2A-8F9E-4E04-8E8E-E71159EEFBD1}" dt="2023-12-12T02:35:27.304" v="1096" actId="1036"/>
          <ac:picMkLst>
            <pc:docMk/>
            <pc:sldMk cId="998971671" sldId="272"/>
            <ac:picMk id="13" creationId="{6AD4372D-7EC0-ABFC-B2E9-E77B0E55226E}"/>
          </ac:picMkLst>
        </pc:picChg>
        <pc:picChg chg="add mod">
          <ac:chgData name="知弘 吉田" userId="2d989f40dd133bea" providerId="LiveId" clId="{59560C2A-8F9E-4E04-8E8E-E71159EEFBD1}" dt="2023-12-12T02:35:27.304" v="1096" actId="1036"/>
          <ac:picMkLst>
            <pc:docMk/>
            <pc:sldMk cId="998971671" sldId="272"/>
            <ac:picMk id="15" creationId="{3EC2A621-9623-912B-7170-4370F0A6E0E4}"/>
          </ac:picMkLst>
        </pc:picChg>
      </pc:sldChg>
    </pc:docChg>
  </pc:docChgLst>
  <pc:docChgLst>
    <pc:chgData name="知弘 吉田" userId="2d989f40dd133bea" providerId="LiveId" clId="{D1642896-19DF-4FF7-B2D3-BDCF8002A539}"/>
    <pc:docChg chg="undo custSel addSld modSld">
      <pc:chgData name="知弘 吉田" userId="2d989f40dd133bea" providerId="LiveId" clId="{D1642896-19DF-4FF7-B2D3-BDCF8002A539}" dt="2023-11-17T07:02:33.355" v="68" actId="403"/>
      <pc:docMkLst>
        <pc:docMk/>
      </pc:docMkLst>
      <pc:sldChg chg="addSp delSp modSp new mod">
        <pc:chgData name="知弘 吉田" userId="2d989f40dd133bea" providerId="LiveId" clId="{D1642896-19DF-4FF7-B2D3-BDCF8002A539}" dt="2023-11-17T07:02:33.355" v="68" actId="403"/>
        <pc:sldMkLst>
          <pc:docMk/>
          <pc:sldMk cId="3642294278" sldId="256"/>
        </pc:sldMkLst>
        <pc:spChg chg="del">
          <ac:chgData name="知弘 吉田" userId="2d989f40dd133bea" providerId="LiveId" clId="{D1642896-19DF-4FF7-B2D3-BDCF8002A539}" dt="2023-11-17T06:59:48.813" v="1" actId="478"/>
          <ac:spMkLst>
            <pc:docMk/>
            <pc:sldMk cId="3642294278" sldId="256"/>
            <ac:spMk id="2" creationId="{112886E8-1F83-2A83-8F80-0DC4BE924AB8}"/>
          </ac:spMkLst>
        </pc:spChg>
        <pc:spChg chg="del">
          <ac:chgData name="知弘 吉田" userId="2d989f40dd133bea" providerId="LiveId" clId="{D1642896-19DF-4FF7-B2D3-BDCF8002A539}" dt="2023-11-17T06:59:50.390" v="2" actId="478"/>
          <ac:spMkLst>
            <pc:docMk/>
            <pc:sldMk cId="3642294278" sldId="256"/>
            <ac:spMk id="3" creationId="{13CDC25D-3ED3-6839-808F-FC7CD90FEE94}"/>
          </ac:spMkLst>
        </pc:spChg>
        <pc:spChg chg="mod">
          <ac:chgData name="知弘 吉田" userId="2d989f40dd133bea" providerId="LiveId" clId="{D1642896-19DF-4FF7-B2D3-BDCF8002A539}" dt="2023-11-17T07:02:33.355" v="68" actId="403"/>
          <ac:spMkLst>
            <pc:docMk/>
            <pc:sldMk cId="3642294278" sldId="256"/>
            <ac:spMk id="11" creationId="{FE9DD923-5002-4602-30AA-9F6B71F0A4BB}"/>
          </ac:spMkLst>
        </pc:spChg>
        <pc:cxnChg chg="add del">
          <ac:chgData name="知弘 吉田" userId="2d989f40dd133bea" providerId="LiveId" clId="{D1642896-19DF-4FF7-B2D3-BDCF8002A539}" dt="2023-11-17T07:00:02.696" v="4" actId="11529"/>
          <ac:cxnSpMkLst>
            <pc:docMk/>
            <pc:sldMk cId="3642294278" sldId="256"/>
            <ac:cxnSpMk id="5" creationId="{0792AA9A-1C0F-2E0E-C5D5-537BA1F3F34C}"/>
          </ac:cxnSpMkLst>
        </pc:cxnChg>
        <pc:cxnChg chg="add del">
          <ac:chgData name="知弘 吉田" userId="2d989f40dd133bea" providerId="LiveId" clId="{D1642896-19DF-4FF7-B2D3-BDCF8002A539}" dt="2023-11-17T07:00:10.543" v="6" actId="11529"/>
          <ac:cxnSpMkLst>
            <pc:docMk/>
            <pc:sldMk cId="3642294278" sldId="256"/>
            <ac:cxnSpMk id="7" creationId="{B50C418A-AAC9-6776-E483-C79453B3762F}"/>
          </ac:cxnSpMkLst>
        </pc:cxnChg>
        <pc:cxnChg chg="add mod">
          <ac:chgData name="知弘 吉田" userId="2d989f40dd133bea" providerId="LiveId" clId="{D1642896-19DF-4FF7-B2D3-BDCF8002A539}" dt="2023-11-17T07:00:43.739" v="14" actId="1036"/>
          <ac:cxnSpMkLst>
            <pc:docMk/>
            <pc:sldMk cId="3642294278" sldId="256"/>
            <ac:cxnSpMk id="9" creationId="{930BFFDC-4923-EEAE-C4E5-D12EEEA8FFB8}"/>
          </ac:cxnSpMkLst>
        </pc:cxnChg>
      </pc:sldChg>
    </pc:docChg>
  </pc:docChgLst>
  <pc:docChgLst>
    <pc:chgData name="知弘 吉田" userId="2d989f40dd133bea" providerId="LiveId" clId="{545AF39D-5713-43EB-A849-D825653B7334}"/>
    <pc:docChg chg="undo custSel addSld delSld modSld">
      <pc:chgData name="知弘 吉田" userId="2d989f40dd133bea" providerId="LiveId" clId="{545AF39D-5713-43EB-A849-D825653B7334}" dt="2023-12-09T05:41:39.066" v="52" actId="20577"/>
      <pc:docMkLst>
        <pc:docMk/>
      </pc:docMkLst>
      <pc:sldChg chg="del">
        <pc:chgData name="知弘 吉田" userId="2d989f40dd133bea" providerId="LiveId" clId="{545AF39D-5713-43EB-A849-D825653B7334}" dt="2023-12-09T05:40:52.740" v="0" actId="47"/>
        <pc:sldMkLst>
          <pc:docMk/>
          <pc:sldMk cId="3642294278" sldId="256"/>
        </pc:sldMkLst>
      </pc:sldChg>
      <pc:sldChg chg="del">
        <pc:chgData name="知弘 吉田" userId="2d989f40dd133bea" providerId="LiveId" clId="{545AF39D-5713-43EB-A849-D825653B7334}" dt="2023-12-09T05:40:52.740" v="0" actId="47"/>
        <pc:sldMkLst>
          <pc:docMk/>
          <pc:sldMk cId="1788668670" sldId="257"/>
        </pc:sldMkLst>
      </pc:sldChg>
      <pc:sldChg chg="addSp delSp modSp mod">
        <pc:chgData name="知弘 吉田" userId="2d989f40dd133bea" providerId="LiveId" clId="{545AF39D-5713-43EB-A849-D825653B7334}" dt="2023-12-09T05:41:39.066" v="52" actId="20577"/>
        <pc:sldMkLst>
          <pc:docMk/>
          <pc:sldMk cId="969934123" sldId="258"/>
        </pc:sldMkLst>
        <pc:spChg chg="mod">
          <ac:chgData name="知弘 吉田" userId="2d989f40dd133bea" providerId="LiveId" clId="{545AF39D-5713-43EB-A849-D825653B7334}" dt="2023-12-09T05:41:39.066" v="52" actId="20577"/>
          <ac:spMkLst>
            <pc:docMk/>
            <pc:sldMk cId="969934123" sldId="258"/>
            <ac:spMk id="4" creationId="{2B68D806-B945-37AD-287C-C00CF37FAF2A}"/>
          </ac:spMkLst>
        </pc:spChg>
        <pc:spChg chg="add del">
          <ac:chgData name="知弘 吉田" userId="2d989f40dd133bea" providerId="LiveId" clId="{545AF39D-5713-43EB-A849-D825653B7334}" dt="2023-12-09T05:41:00.212" v="3" actId="478"/>
          <ac:spMkLst>
            <pc:docMk/>
            <pc:sldMk cId="969934123" sldId="258"/>
            <ac:spMk id="5" creationId="{833F03DA-3F2B-6070-D048-79D0F6C8DF37}"/>
          </ac:spMkLst>
        </pc:spChg>
        <pc:spChg chg="add del">
          <ac:chgData name="知弘 吉田" userId="2d989f40dd133bea" providerId="LiveId" clId="{545AF39D-5713-43EB-A849-D825653B7334}" dt="2023-12-09T05:40:56.990" v="2" actId="478"/>
          <ac:spMkLst>
            <pc:docMk/>
            <pc:sldMk cId="969934123" sldId="258"/>
            <ac:spMk id="11" creationId="{FE9DD923-5002-4602-30AA-9F6B71F0A4BB}"/>
          </ac:spMkLst>
        </pc:spChg>
        <pc:picChg chg="add del">
          <ac:chgData name="知弘 吉田" userId="2d989f40dd133bea" providerId="LiveId" clId="{545AF39D-5713-43EB-A849-D825653B7334}" dt="2023-12-09T05:41:00.212" v="3" actId="478"/>
          <ac:picMkLst>
            <pc:docMk/>
            <pc:sldMk cId="969934123" sldId="258"/>
            <ac:picMk id="3" creationId="{E025ED68-010B-1B18-6625-3FF1EB349A85}"/>
          </ac:picMkLst>
        </pc:picChg>
        <pc:picChg chg="add del">
          <ac:chgData name="知弘 吉田" userId="2d989f40dd133bea" providerId="LiveId" clId="{545AF39D-5713-43EB-A849-D825653B7334}" dt="2023-12-09T05:41:00.212" v="3" actId="478"/>
          <ac:picMkLst>
            <pc:docMk/>
            <pc:sldMk cId="969934123" sldId="258"/>
            <ac:picMk id="7" creationId="{B7B0F442-B7A4-1D1E-285D-AB542FE6171E}"/>
          </ac:picMkLst>
        </pc:picChg>
        <pc:picChg chg="add del">
          <ac:chgData name="知弘 吉田" userId="2d989f40dd133bea" providerId="LiveId" clId="{545AF39D-5713-43EB-A849-D825653B7334}" dt="2023-12-09T05:41:00.212" v="3" actId="478"/>
          <ac:picMkLst>
            <pc:docMk/>
            <pc:sldMk cId="969934123" sldId="258"/>
            <ac:picMk id="10" creationId="{E66AE672-3199-ADDA-AC22-71736563809B}"/>
          </ac:picMkLst>
        </pc:picChg>
        <pc:cxnChg chg="add del">
          <ac:chgData name="知弘 吉田" userId="2d989f40dd133bea" providerId="LiveId" clId="{545AF39D-5713-43EB-A849-D825653B7334}" dt="2023-12-09T05:40:56.990" v="2" actId="478"/>
          <ac:cxnSpMkLst>
            <pc:docMk/>
            <pc:sldMk cId="969934123" sldId="258"/>
            <ac:cxnSpMk id="9" creationId="{930BFFDC-4923-EEAE-C4E5-D12EEEA8FFB8}"/>
          </ac:cxnSpMkLst>
        </pc:cxnChg>
      </pc:sldChg>
      <pc:sldChg chg="modSp add mod">
        <pc:chgData name="知弘 吉田" userId="2d989f40dd133bea" providerId="LiveId" clId="{545AF39D-5713-43EB-A849-D825653B7334}" dt="2023-12-09T05:41:07.182" v="12" actId="20577"/>
        <pc:sldMkLst>
          <pc:docMk/>
          <pc:sldMk cId="621626853" sldId="259"/>
        </pc:sldMkLst>
        <pc:spChg chg="mod">
          <ac:chgData name="知弘 吉田" userId="2d989f40dd133bea" providerId="LiveId" clId="{545AF39D-5713-43EB-A849-D825653B7334}" dt="2023-12-09T05:41:07.182" v="12" actId="20577"/>
          <ac:spMkLst>
            <pc:docMk/>
            <pc:sldMk cId="621626853" sldId="259"/>
            <ac:spMk id="4" creationId="{2B68D806-B945-37AD-287C-C00CF37FAF2A}"/>
          </ac:spMkLst>
        </pc:spChg>
      </pc:sldChg>
      <pc:sldChg chg="del">
        <pc:chgData name="知弘 吉田" userId="2d989f40dd133bea" providerId="LiveId" clId="{545AF39D-5713-43EB-A849-D825653B7334}" dt="2023-12-09T05:40:52.740" v="0" actId="47"/>
        <pc:sldMkLst>
          <pc:docMk/>
          <pc:sldMk cId="2962896907" sldId="259"/>
        </pc:sldMkLst>
      </pc:sldChg>
      <pc:sldChg chg="add">
        <pc:chgData name="知弘 吉田" userId="2d989f40dd133bea" providerId="LiveId" clId="{545AF39D-5713-43EB-A849-D825653B7334}" dt="2023-12-09T05:41:08.027" v="13" actId="2890"/>
        <pc:sldMkLst>
          <pc:docMk/>
          <pc:sldMk cId="2916846743" sldId="260"/>
        </pc:sldMkLst>
      </pc:sldChg>
    </pc:docChg>
  </pc:docChgLst>
  <pc:docChgLst>
    <pc:chgData name="A AAA" userId="2d989f40dd133bea" providerId="LiveId" clId="{8E4DD35E-AFB6-4842-837E-E01C331D022E}"/>
    <pc:docChg chg="delSld modSld">
      <pc:chgData name="A AAA" userId="2d989f40dd133bea" providerId="LiveId" clId="{8E4DD35E-AFB6-4842-837E-E01C331D022E}" dt="2024-01-25T21:19:36.741" v="9" actId="20577"/>
      <pc:docMkLst>
        <pc:docMk/>
      </pc:docMkLst>
      <pc:sldChg chg="del">
        <pc:chgData name="A AAA" userId="2d989f40dd133bea" providerId="LiveId" clId="{8E4DD35E-AFB6-4842-837E-E01C331D022E}" dt="2024-01-25T21:19:32.626" v="0" actId="47"/>
        <pc:sldMkLst>
          <pc:docMk/>
          <pc:sldMk cId="969934123" sldId="258"/>
        </pc:sldMkLst>
      </pc:sldChg>
      <pc:sldChg chg="modSp mod">
        <pc:chgData name="A AAA" userId="2d989f40dd133bea" providerId="LiveId" clId="{8E4DD35E-AFB6-4842-837E-E01C331D022E}" dt="2024-01-25T21:19:36.741" v="9" actId="20577"/>
        <pc:sldMkLst>
          <pc:docMk/>
          <pc:sldMk cId="621626853" sldId="259"/>
        </pc:sldMkLst>
        <pc:spChg chg="mod">
          <ac:chgData name="A AAA" userId="2d989f40dd133bea" providerId="LiveId" clId="{8E4DD35E-AFB6-4842-837E-E01C331D022E}" dt="2024-01-25T21:19:36.741" v="9" actId="20577"/>
          <ac:spMkLst>
            <pc:docMk/>
            <pc:sldMk cId="621626853" sldId="259"/>
            <ac:spMk id="4" creationId="{2B68D806-B945-37AD-287C-C00CF37FAF2A}"/>
          </ac:spMkLst>
        </pc:spChg>
      </pc:sldChg>
      <pc:sldChg chg="del">
        <pc:chgData name="A AAA" userId="2d989f40dd133bea" providerId="LiveId" clId="{8E4DD35E-AFB6-4842-837E-E01C331D022E}" dt="2024-01-25T21:19:32.626" v="0" actId="47"/>
        <pc:sldMkLst>
          <pc:docMk/>
          <pc:sldMk cId="2916846743" sldId="260"/>
        </pc:sldMkLst>
      </pc:sldChg>
      <pc:sldChg chg="del">
        <pc:chgData name="A AAA" userId="2d989f40dd133bea" providerId="LiveId" clId="{8E4DD35E-AFB6-4842-837E-E01C331D022E}" dt="2024-01-25T21:19:32.626" v="0" actId="47"/>
        <pc:sldMkLst>
          <pc:docMk/>
          <pc:sldMk cId="2056791852" sldId="261"/>
        </pc:sldMkLst>
      </pc:sldChg>
      <pc:sldChg chg="del">
        <pc:chgData name="A AAA" userId="2d989f40dd133bea" providerId="LiveId" clId="{8E4DD35E-AFB6-4842-837E-E01C331D022E}" dt="2024-01-25T21:19:32.626" v="0" actId="47"/>
        <pc:sldMkLst>
          <pc:docMk/>
          <pc:sldMk cId="2448270576" sldId="263"/>
        </pc:sldMkLst>
      </pc:sldChg>
      <pc:sldChg chg="del">
        <pc:chgData name="A AAA" userId="2d989f40dd133bea" providerId="LiveId" clId="{8E4DD35E-AFB6-4842-837E-E01C331D022E}" dt="2024-01-25T21:19:32.626" v="0" actId="47"/>
        <pc:sldMkLst>
          <pc:docMk/>
          <pc:sldMk cId="3102692296" sldId="265"/>
        </pc:sldMkLst>
      </pc:sldChg>
      <pc:sldChg chg="del">
        <pc:chgData name="A AAA" userId="2d989f40dd133bea" providerId="LiveId" clId="{8E4DD35E-AFB6-4842-837E-E01C331D022E}" dt="2024-01-25T21:19:32.626" v="0" actId="47"/>
        <pc:sldMkLst>
          <pc:docMk/>
          <pc:sldMk cId="2226855435" sldId="266"/>
        </pc:sldMkLst>
      </pc:sldChg>
      <pc:sldChg chg="del">
        <pc:chgData name="A AAA" userId="2d989f40dd133bea" providerId="LiveId" clId="{8E4DD35E-AFB6-4842-837E-E01C331D022E}" dt="2024-01-25T21:19:32.626" v="0" actId="47"/>
        <pc:sldMkLst>
          <pc:docMk/>
          <pc:sldMk cId="850146618" sldId="267"/>
        </pc:sldMkLst>
      </pc:sldChg>
      <pc:sldChg chg="del">
        <pc:chgData name="A AAA" userId="2d989f40dd133bea" providerId="LiveId" clId="{8E4DD35E-AFB6-4842-837E-E01C331D022E}" dt="2024-01-25T21:19:32.626" v="0" actId="47"/>
        <pc:sldMkLst>
          <pc:docMk/>
          <pc:sldMk cId="4168617488" sldId="268"/>
        </pc:sldMkLst>
      </pc:sldChg>
      <pc:sldChg chg="del">
        <pc:chgData name="A AAA" userId="2d989f40dd133bea" providerId="LiveId" clId="{8E4DD35E-AFB6-4842-837E-E01C331D022E}" dt="2024-01-25T21:19:32.626" v="0" actId="47"/>
        <pc:sldMkLst>
          <pc:docMk/>
          <pc:sldMk cId="2585871455" sldId="269"/>
        </pc:sldMkLst>
      </pc:sldChg>
      <pc:sldChg chg="del">
        <pc:chgData name="A AAA" userId="2d989f40dd133bea" providerId="LiveId" clId="{8E4DD35E-AFB6-4842-837E-E01C331D022E}" dt="2024-01-25T21:19:32.626" v="0" actId="47"/>
        <pc:sldMkLst>
          <pc:docMk/>
          <pc:sldMk cId="631755845" sldId="270"/>
        </pc:sldMkLst>
      </pc:sldChg>
      <pc:sldChg chg="del">
        <pc:chgData name="A AAA" userId="2d989f40dd133bea" providerId="LiveId" clId="{8E4DD35E-AFB6-4842-837E-E01C331D022E}" dt="2024-01-25T21:19:32.626" v="0" actId="47"/>
        <pc:sldMkLst>
          <pc:docMk/>
          <pc:sldMk cId="2635992405" sldId="271"/>
        </pc:sldMkLst>
      </pc:sldChg>
      <pc:sldChg chg="del">
        <pc:chgData name="A AAA" userId="2d989f40dd133bea" providerId="LiveId" clId="{8E4DD35E-AFB6-4842-837E-E01C331D022E}" dt="2024-01-25T21:19:32.626" v="0" actId="47"/>
        <pc:sldMkLst>
          <pc:docMk/>
          <pc:sldMk cId="998971671" sldId="272"/>
        </pc:sldMkLst>
      </pc:sldChg>
    </pc:docChg>
  </pc:docChgLst>
  <pc:docChgLst>
    <pc:chgData name="知弘 吉田" userId="2d989f40dd133bea" providerId="LiveId" clId="{BB590708-6B7C-4FC5-A490-826335082403}"/>
    <pc:docChg chg="undo custSel addSld modSld sldOrd">
      <pc:chgData name="知弘 吉田" userId="2d989f40dd133bea" providerId="LiveId" clId="{BB590708-6B7C-4FC5-A490-826335082403}" dt="2023-12-06T02:06:43.781" v="3080" actId="20577"/>
      <pc:docMkLst>
        <pc:docMk/>
      </pc:docMkLst>
      <pc:sldChg chg="addSp delSp modSp mod">
        <pc:chgData name="知弘 吉田" userId="2d989f40dd133bea" providerId="LiveId" clId="{BB590708-6B7C-4FC5-A490-826335082403}" dt="2023-12-06T01:47:38.123" v="1399" actId="404"/>
        <pc:sldMkLst>
          <pc:docMk/>
          <pc:sldMk cId="3642294278" sldId="256"/>
        </pc:sldMkLst>
        <pc:spChg chg="add del mod">
          <ac:chgData name="知弘 吉田" userId="2d989f40dd133bea" providerId="LiveId" clId="{BB590708-6B7C-4FC5-A490-826335082403}" dt="2023-12-06T01:15:35.678" v="2"/>
          <ac:spMkLst>
            <pc:docMk/>
            <pc:sldMk cId="3642294278" sldId="256"/>
            <ac:spMk id="2" creationId="{6EC53FAC-5E80-B493-9D23-9B79FDDDB4C7}"/>
          </ac:spMkLst>
        </pc:spChg>
        <pc:spChg chg="add del mod">
          <ac:chgData name="知弘 吉田" userId="2d989f40dd133bea" providerId="LiveId" clId="{BB590708-6B7C-4FC5-A490-826335082403}" dt="2023-12-06T01:16:56.630" v="5"/>
          <ac:spMkLst>
            <pc:docMk/>
            <pc:sldMk cId="3642294278" sldId="256"/>
            <ac:spMk id="3" creationId="{92C41290-27FD-29F3-8FA3-F3BD5152E927}"/>
          </ac:spMkLst>
        </pc:spChg>
        <pc:spChg chg="add mod">
          <ac:chgData name="知弘 吉田" userId="2d989f40dd133bea" providerId="LiveId" clId="{BB590708-6B7C-4FC5-A490-826335082403}" dt="2023-12-06T01:17:43.735" v="28" actId="1076"/>
          <ac:spMkLst>
            <pc:docMk/>
            <pc:sldMk cId="3642294278" sldId="256"/>
            <ac:spMk id="4" creationId="{2B68D806-B945-37AD-287C-C00CF37FAF2A}"/>
          </ac:spMkLst>
        </pc:spChg>
        <pc:spChg chg="add mod">
          <ac:chgData name="知弘 吉田" userId="2d989f40dd133bea" providerId="LiveId" clId="{BB590708-6B7C-4FC5-A490-826335082403}" dt="2023-12-06T01:47:38.123" v="1399" actId="404"/>
          <ac:spMkLst>
            <pc:docMk/>
            <pc:sldMk cId="3642294278" sldId="256"/>
            <ac:spMk id="5" creationId="{833F03DA-3F2B-6070-D048-79D0F6C8DF37}"/>
          </ac:spMkLst>
        </pc:spChg>
        <pc:spChg chg="add mod">
          <ac:chgData name="知弘 吉田" userId="2d989f40dd133bea" providerId="LiveId" clId="{BB590708-6B7C-4FC5-A490-826335082403}" dt="2023-12-06T01:46:30.570" v="1311" actId="1076"/>
          <ac:spMkLst>
            <pc:docMk/>
            <pc:sldMk cId="3642294278" sldId="256"/>
            <ac:spMk id="7" creationId="{8AF731CA-29A8-818E-22C5-9F28ECEB748E}"/>
          </ac:spMkLst>
        </pc:spChg>
        <pc:picChg chg="add mod">
          <ac:chgData name="知弘 吉田" userId="2d989f40dd133bea" providerId="LiveId" clId="{BB590708-6B7C-4FC5-A490-826335082403}" dt="2023-12-06T01:46:53.626" v="1314" actId="1076"/>
          <ac:picMkLst>
            <pc:docMk/>
            <pc:sldMk cId="3642294278" sldId="256"/>
            <ac:picMk id="10" creationId="{D597A487-693C-623B-0FAE-9453A97F14CE}"/>
          </ac:picMkLst>
        </pc:picChg>
        <pc:picChg chg="add mod">
          <ac:chgData name="知弘 吉田" userId="2d989f40dd133bea" providerId="LiveId" clId="{BB590708-6B7C-4FC5-A490-826335082403}" dt="2023-12-06T01:46:55.436" v="1316" actId="1076"/>
          <ac:picMkLst>
            <pc:docMk/>
            <pc:sldMk cId="3642294278" sldId="256"/>
            <ac:picMk id="13" creationId="{98D61CA7-0BE0-6160-0067-53B2D22C5972}"/>
          </ac:picMkLst>
        </pc:picChg>
      </pc:sldChg>
      <pc:sldChg chg="addSp delSp modSp add mod">
        <pc:chgData name="知弘 吉田" userId="2d989f40dd133bea" providerId="LiveId" clId="{BB590708-6B7C-4FC5-A490-826335082403}" dt="2023-12-06T02:06:43.781" v="3080" actId="20577"/>
        <pc:sldMkLst>
          <pc:docMk/>
          <pc:sldMk cId="1788668670" sldId="257"/>
        </pc:sldMkLst>
        <pc:spChg chg="add del mod">
          <ac:chgData name="知弘 吉田" userId="2d989f40dd133bea" providerId="LiveId" clId="{BB590708-6B7C-4FC5-A490-826335082403}" dt="2023-12-06T01:53:18.303" v="1493" actId="478"/>
          <ac:spMkLst>
            <pc:docMk/>
            <pc:sldMk cId="1788668670" sldId="257"/>
            <ac:spMk id="2" creationId="{55C0D6E7-A540-6802-4917-9E7DC95155D9}"/>
          </ac:spMkLst>
        </pc:spChg>
        <pc:spChg chg="add del mod">
          <ac:chgData name="知弘 吉田" userId="2d989f40dd133bea" providerId="LiveId" clId="{BB590708-6B7C-4FC5-A490-826335082403}" dt="2023-12-06T01:53:32.960" v="1496" actId="478"/>
          <ac:spMkLst>
            <pc:docMk/>
            <pc:sldMk cId="1788668670" sldId="257"/>
            <ac:spMk id="3" creationId="{4231DE1C-C882-AE86-1D95-9353F5AB0172}"/>
          </ac:spMkLst>
        </pc:spChg>
        <pc:spChg chg="mod">
          <ac:chgData name="知弘 吉田" userId="2d989f40dd133bea" providerId="LiveId" clId="{BB590708-6B7C-4FC5-A490-826335082403}" dt="2023-12-06T01:49:36.097" v="1457" actId="20577"/>
          <ac:spMkLst>
            <pc:docMk/>
            <pc:sldMk cId="1788668670" sldId="257"/>
            <ac:spMk id="4" creationId="{2B68D806-B945-37AD-287C-C00CF37FAF2A}"/>
          </ac:spMkLst>
        </pc:spChg>
        <pc:spChg chg="mod">
          <ac:chgData name="知弘 吉田" userId="2d989f40dd133bea" providerId="LiveId" clId="{BB590708-6B7C-4FC5-A490-826335082403}" dt="2023-12-06T01:42:46.706" v="1257" actId="20577"/>
          <ac:spMkLst>
            <pc:docMk/>
            <pc:sldMk cId="1788668670" sldId="257"/>
            <ac:spMk id="5" creationId="{833F03DA-3F2B-6070-D048-79D0F6C8DF37}"/>
          </ac:spMkLst>
        </pc:spChg>
        <pc:spChg chg="add mod">
          <ac:chgData name="知弘 吉田" userId="2d989f40dd133bea" providerId="LiveId" clId="{BB590708-6B7C-4FC5-A490-826335082403}" dt="2023-12-06T02:06:43.781" v="3080" actId="20577"/>
          <ac:spMkLst>
            <pc:docMk/>
            <pc:sldMk cId="1788668670" sldId="257"/>
            <ac:spMk id="6" creationId="{308F8B55-2C4B-CCD3-EA1A-F57BD841A1DA}"/>
          </ac:spMkLst>
        </pc:spChg>
        <pc:spChg chg="add mod">
          <ac:chgData name="知弘 吉田" userId="2d989f40dd133bea" providerId="LiveId" clId="{BB590708-6B7C-4FC5-A490-826335082403}" dt="2023-12-06T02:05:30.968" v="2980" actId="1076"/>
          <ac:spMkLst>
            <pc:docMk/>
            <pc:sldMk cId="1788668670" sldId="257"/>
            <ac:spMk id="7" creationId="{04009625-FCFD-2FA7-2F43-2E65DF766E8A}"/>
          </ac:spMkLst>
        </pc:spChg>
        <pc:spChg chg="add del mod">
          <ac:chgData name="知弘 吉田" userId="2d989f40dd133bea" providerId="LiveId" clId="{BB590708-6B7C-4FC5-A490-826335082403}" dt="2023-12-06T02:05:28.088" v="2979" actId="478"/>
          <ac:spMkLst>
            <pc:docMk/>
            <pc:sldMk cId="1788668670" sldId="257"/>
            <ac:spMk id="8" creationId="{70DD6A1C-BC8D-843C-D8DC-259E4F0339BE}"/>
          </ac:spMkLst>
        </pc:spChg>
      </pc:sldChg>
      <pc:sldChg chg="addSp delSp modSp add mod ord">
        <pc:chgData name="知弘 吉田" userId="2d989f40dd133bea" providerId="LiveId" clId="{BB590708-6B7C-4FC5-A490-826335082403}" dt="2023-12-06T01:45:11.258" v="1277"/>
        <pc:sldMkLst>
          <pc:docMk/>
          <pc:sldMk cId="969934123" sldId="258"/>
        </pc:sldMkLst>
        <pc:spChg chg="mod">
          <ac:chgData name="知弘 吉田" userId="2d989f40dd133bea" providerId="LiveId" clId="{BB590708-6B7C-4FC5-A490-826335082403}" dt="2023-12-06T01:43:38.884" v="1263" actId="20577"/>
          <ac:spMkLst>
            <pc:docMk/>
            <pc:sldMk cId="969934123" sldId="258"/>
            <ac:spMk id="5" creationId="{833F03DA-3F2B-6070-D048-79D0F6C8DF37}"/>
          </ac:spMkLst>
        </pc:spChg>
        <pc:picChg chg="add mod">
          <ac:chgData name="知弘 吉田" userId="2d989f40dd133bea" providerId="LiveId" clId="{BB590708-6B7C-4FC5-A490-826335082403}" dt="2023-12-06T01:44:07.383" v="1265" actId="1076"/>
          <ac:picMkLst>
            <pc:docMk/>
            <pc:sldMk cId="969934123" sldId="258"/>
            <ac:picMk id="3" creationId="{E025ED68-010B-1B18-6625-3FF1EB349A85}"/>
          </ac:picMkLst>
        </pc:picChg>
        <pc:picChg chg="add mod">
          <ac:chgData name="知弘 吉田" userId="2d989f40dd133bea" providerId="LiveId" clId="{BB590708-6B7C-4FC5-A490-826335082403}" dt="2023-12-06T01:44:17.471" v="1267" actId="1076"/>
          <ac:picMkLst>
            <pc:docMk/>
            <pc:sldMk cId="969934123" sldId="258"/>
            <ac:picMk id="7" creationId="{B7B0F442-B7A4-1D1E-285D-AB542FE6171E}"/>
          </ac:picMkLst>
        </pc:picChg>
        <pc:picChg chg="add mod">
          <ac:chgData name="知弘 吉田" userId="2d989f40dd133bea" providerId="LiveId" clId="{BB590708-6B7C-4FC5-A490-826335082403}" dt="2023-12-06T01:45:06.016" v="1275" actId="1076"/>
          <ac:picMkLst>
            <pc:docMk/>
            <pc:sldMk cId="969934123" sldId="258"/>
            <ac:picMk id="10" creationId="{E66AE672-3199-ADDA-AC22-71736563809B}"/>
          </ac:picMkLst>
        </pc:picChg>
        <pc:picChg chg="add del mod">
          <ac:chgData name="知弘 吉田" userId="2d989f40dd133bea" providerId="LiveId" clId="{BB590708-6B7C-4FC5-A490-826335082403}" dt="2023-12-06T01:44:52.591" v="1274" actId="478"/>
          <ac:picMkLst>
            <pc:docMk/>
            <pc:sldMk cId="969934123" sldId="258"/>
            <ac:picMk id="13" creationId="{82015FE9-1113-D0C6-AA39-A6052860E43D}"/>
          </ac:picMkLst>
        </pc:picChg>
      </pc:sldChg>
      <pc:sldChg chg="addSp delSp modSp add mod">
        <pc:chgData name="知弘 吉田" userId="2d989f40dd133bea" providerId="LiveId" clId="{BB590708-6B7C-4FC5-A490-826335082403}" dt="2023-12-06T02:06:12.025" v="3032" actId="1076"/>
        <pc:sldMkLst>
          <pc:docMk/>
          <pc:sldMk cId="2962896907" sldId="259"/>
        </pc:sldMkLst>
        <pc:spChg chg="add del">
          <ac:chgData name="知弘 吉田" userId="2d989f40dd133bea" providerId="LiveId" clId="{BB590708-6B7C-4FC5-A490-826335082403}" dt="2023-12-06T02:06:06.417" v="3030" actId="22"/>
          <ac:spMkLst>
            <pc:docMk/>
            <pc:sldMk cId="2962896907" sldId="259"/>
            <ac:spMk id="3" creationId="{0EE6BC0A-E0CF-4CB6-70C3-D1C9455DBF0E}"/>
          </ac:spMkLst>
        </pc:spChg>
        <pc:spChg chg="mod">
          <ac:chgData name="知弘 吉田" userId="2d989f40dd133bea" providerId="LiveId" clId="{BB590708-6B7C-4FC5-A490-826335082403}" dt="2023-12-06T01:49:41.651" v="1477" actId="20577"/>
          <ac:spMkLst>
            <pc:docMk/>
            <pc:sldMk cId="2962896907" sldId="259"/>
            <ac:spMk id="4" creationId="{2B68D806-B945-37AD-287C-C00CF37FAF2A}"/>
          </ac:spMkLst>
        </pc:spChg>
        <pc:spChg chg="mod">
          <ac:chgData name="知弘 吉田" userId="2d989f40dd133bea" providerId="LiveId" clId="{BB590708-6B7C-4FC5-A490-826335082403}" dt="2023-12-06T02:05:59.774" v="3028" actId="20577"/>
          <ac:spMkLst>
            <pc:docMk/>
            <pc:sldMk cId="2962896907" sldId="259"/>
            <ac:spMk id="5" creationId="{833F03DA-3F2B-6070-D048-79D0F6C8DF37}"/>
          </ac:spMkLst>
        </pc:spChg>
        <pc:spChg chg="add mod">
          <ac:chgData name="知弘 吉田" userId="2d989f40dd133bea" providerId="LiveId" clId="{BB590708-6B7C-4FC5-A490-826335082403}" dt="2023-12-06T02:06:12.025" v="3032" actId="1076"/>
          <ac:spMkLst>
            <pc:docMk/>
            <pc:sldMk cId="2962896907" sldId="259"/>
            <ac:spMk id="7" creationId="{B7346993-41B4-8DC3-E766-DBFF26D7A0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19ADF-A8CF-47DA-8D87-39C6C86EF0AD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197FD2-31B6-43B5-9DEA-43D17F693D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2204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EBF92B-EC21-6044-385D-12B6C72AC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A4DCC0F-F0D4-7B01-3E47-7AE988F80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947E41-E778-0170-13A6-17E8AF6D1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BB315-2D7E-4570-A094-97A1A6FE8611}" type="datetime1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5F13F7-3479-FCD5-665F-4ED62543B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B742C-E802-3DEA-669E-8AB91112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79C-EF1C-46EE-B744-6058494AB2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798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E1EF1C-0365-6943-008B-F63ED465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07B886-2E84-8974-30BE-4CE67721C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4A9955-BBD2-8CC6-53E3-1ABC1A20D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0D9F2-57DF-4B59-B947-43AB78BBEEFC}" type="datetime1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24219E-6DE5-7D67-E5B6-05DC68A0A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86679D-CD8A-02B8-A97A-87FD7588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79C-EF1C-46EE-B744-6058494AB2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9890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3BF8A4-BAB7-C93B-AC35-606B8A1B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73D863-377A-8991-541C-0C951FC3D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D6E13E-FC56-E082-DE19-1BC6074C5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D5CEA-74DD-4685-B56E-163BE51514D5}" type="datetime1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AFE509-F815-EAA5-BA15-D3209632C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25A4CB-472B-497E-F8E1-CEF92E657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79C-EF1C-46EE-B744-6058494AB2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1995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598CA8-9BF2-0039-2C75-A3F27B363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2B28CC-3E99-39E0-9C9A-9E41DB6CD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7A8048-3674-640C-8F2D-75D1EEE9F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D8427D-D34C-4243-D8EE-2BE6EA32C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F4E94-FFA0-4A19-9EB3-963FBF743E7B}" type="datetime1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6B30A7-6C96-7CC9-FEE0-369F1EAE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53D9B5-3940-8D58-3B9F-D288DD39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79C-EF1C-46EE-B744-6058494AB2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387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BE9620-AAB9-5EF7-425C-B1F614B1B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04AEAF-2CBD-E1FF-0EF0-AC236BDAF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76C6063-E73F-6EC6-C71F-C43250187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9657142-2384-15E7-8E09-3CA7A5F46C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1E3BF81-2756-FC0A-3C55-19C4884CD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09DEADD-F73F-39F1-CE1D-E8823E189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5D11-D258-4266-8C89-F7B4ACE51DDD}" type="datetime1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E3CEF23-FA0B-5856-AB21-0D60044E7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BEB166F-C908-DAFA-05C2-99E6AEAF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79C-EF1C-46EE-B744-6058494AB2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40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DEE4A5-C231-2B35-175C-38FBAE71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99C057F-DB78-1878-6F3E-E1FD0888D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0D86A-4A49-456D-A1C9-5A6657D18A6A}" type="datetime1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9E2893-3404-FB0B-C267-F12B24103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659177D-4D22-C22E-FECE-2A5B51219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79C-EF1C-46EE-B744-6058494AB2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10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BA8D1DE-3659-5F35-57D1-75221F70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B334B-8E62-442A-96B1-2D98C435B0E7}" type="datetime1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BC2CDAC-7291-3143-255B-FD3DB6C5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B628B86-DDED-AEF7-9AC2-F2601E4B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79C-EF1C-46EE-B744-6058494AB2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5933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F816EF-B2A7-FBEF-E7C5-2092FCC50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0AF832-A957-FEDC-6810-1547988FE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4C4D01B-1F71-A50D-7AA2-7C72A6F95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B5474F-9B3B-13C9-F665-847B4FB5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3EBA-FDD9-42C4-8441-144A59F523B1}" type="datetime1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302D2F-32F8-A483-0AAE-0921F6E9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9297BB-0C48-F783-3649-4522588B9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79C-EF1C-46EE-B744-6058494AB2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575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1A08-3FC9-E008-A859-D8A477C97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B346174-ED1D-91E1-382C-500803B06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BAF8BF-7C7D-5BC6-DB75-6298780EE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02D843-0E51-18AD-3BAE-4AA5DDBE4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69A2B-B0F0-4E81-8BB7-E7FB1CA000E4}" type="datetime1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265E31-7F47-A87C-E221-4ECAFB3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872D805-D73B-01DF-3595-65C245020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79C-EF1C-46EE-B744-6058494AB2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2764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C3049E-D466-2B3B-96BB-C7FA7ABB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E6CF7F-8D38-8658-FEE7-501244F47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969034-A649-1FFC-3815-2BCED4F8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2F0D5-250C-4172-9D18-9F1347BD7EE0}" type="datetime1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E0278E-D806-0CA4-06A0-8FAA9CC1A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FF0A09-4F78-8748-0AF5-ED1FDC2A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79C-EF1C-46EE-B744-6058494AB2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723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B23C05E-ACE2-A05C-CA39-1AC2CA1A52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525A4AE-4063-C9F5-B5ED-ADF1C99BF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7908C2-DA70-27A5-FFAF-518BD626A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146-CDD8-4D9D-A707-72119D71587C}" type="datetime1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4C631C-128F-9587-C1CB-4642F4D50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3EAE9D-27B3-A85C-503E-92BC85447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79C-EF1C-46EE-B744-6058494AB2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5342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FB8E2F2-0D4E-492A-AE3D-90CE76E1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03C3C6-738E-E41A-42D7-98537A7BA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B04EB5-28A0-4DAA-525A-B60963CB99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B2E38-E83C-4404-965D-63EB879FD89F}" type="datetime1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053A14-7EF7-78E1-D290-09BA6E789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A3EC0F-4374-A3B3-836E-5EB396AE2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8379C-EF1C-46EE-B744-6058494AB2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820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5E33584-4AF6-39DD-193D-E02F41C5F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82" y="1762125"/>
            <a:ext cx="8401050" cy="4400550"/>
          </a:xfrm>
          <a:prstGeom prst="rect">
            <a:avLst/>
          </a:prstGeom>
        </p:spPr>
      </p:pic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3E295E86-A59A-F7DC-296B-C03A683162CF}"/>
              </a:ext>
            </a:extLst>
          </p:cNvPr>
          <p:cNvSpPr/>
          <p:nvPr/>
        </p:nvSpPr>
        <p:spPr>
          <a:xfrm>
            <a:off x="7573736" y="2039390"/>
            <a:ext cx="3954236" cy="1042628"/>
          </a:xfrm>
          <a:prstGeom prst="wedgeRectCallout">
            <a:avLst>
              <a:gd name="adj1" fmla="val -58758"/>
              <a:gd name="adj2" fmla="val 10837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E9258358-2E3D-A354-BBEB-E2CE46437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414" y="2628663"/>
            <a:ext cx="1350661" cy="307322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A051370-042E-6026-9BAF-1C50F31EC033}"/>
              </a:ext>
            </a:extLst>
          </p:cNvPr>
          <p:cNvSpPr txBox="1"/>
          <p:nvPr/>
        </p:nvSpPr>
        <p:spPr>
          <a:xfrm>
            <a:off x="8456531" y="2088281"/>
            <a:ext cx="1679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/>
              <a:t>net/http, log/slog</a:t>
            </a:r>
            <a:endParaRPr kumimoji="1" lang="ja-JP" altLang="en-US" sz="1400" b="1" dirty="0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92E6BCCD-96B3-8470-4288-043AFE19C2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628" y="1885957"/>
            <a:ext cx="805846" cy="712426"/>
          </a:xfrm>
          <a:prstGeom prst="rect">
            <a:avLst/>
          </a:prstGeom>
        </p:spPr>
      </p:pic>
      <p:sp>
        <p:nvSpPr>
          <p:cNvPr id="21" name="吹き出し: 四角形 20">
            <a:extLst>
              <a:ext uri="{FF2B5EF4-FFF2-40B4-BE49-F238E27FC236}">
                <a16:creationId xmlns:a16="http://schemas.microsoft.com/office/drawing/2014/main" id="{B2C6827A-1BA5-412F-3119-A66913F9561A}"/>
              </a:ext>
            </a:extLst>
          </p:cNvPr>
          <p:cNvSpPr/>
          <p:nvPr/>
        </p:nvSpPr>
        <p:spPr>
          <a:xfrm>
            <a:off x="6403521" y="190500"/>
            <a:ext cx="4702629" cy="1388135"/>
          </a:xfrm>
          <a:prstGeom prst="wedgeRectCallout">
            <a:avLst>
              <a:gd name="adj1" fmla="val -59686"/>
              <a:gd name="adj2" fmla="val 8644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グラフィックス 22">
            <a:extLst>
              <a:ext uri="{FF2B5EF4-FFF2-40B4-BE49-F238E27FC236}">
                <a16:creationId xmlns:a16="http://schemas.microsoft.com/office/drawing/2014/main" id="{F0F55678-1B40-9E40-7BC2-6411E327F4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0842" y="904908"/>
            <a:ext cx="721860" cy="627704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20C0BB92-49B0-7B86-6E98-9ED64D77A6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293" y="236198"/>
            <a:ext cx="542958" cy="542958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C7ED80C1-5215-ACF9-7DCC-567E1799E8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5" r="9979"/>
          <a:stretch>
            <a:fillRect/>
          </a:stretch>
        </p:blipFill>
        <p:spPr>
          <a:xfrm>
            <a:off x="7954414" y="223331"/>
            <a:ext cx="1004234" cy="797509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C1B139B8-D394-C3F9-8B54-31D28FFB6E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572" y="276859"/>
            <a:ext cx="1278158" cy="743655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FF523852-A2BA-435A-1B91-1B2806E5E66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572" y="1079109"/>
            <a:ext cx="1278158" cy="423862"/>
          </a:xfrm>
          <a:prstGeom prst="rect">
            <a:avLst/>
          </a:prstGeom>
        </p:spPr>
      </p:pic>
      <p:pic>
        <p:nvPicPr>
          <p:cNvPr id="33" name="グラフィックス 32">
            <a:extLst>
              <a:ext uri="{FF2B5EF4-FFF2-40B4-BE49-F238E27FC236}">
                <a16:creationId xmlns:a16="http://schemas.microsoft.com/office/drawing/2014/main" id="{A8BABFED-05FB-E0C6-7E41-372DCB8DED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39319" y="1161840"/>
            <a:ext cx="1909278" cy="240482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E285AF72-8ADD-8633-4964-66E22B3BDE8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0826" y="2598383"/>
            <a:ext cx="1428750" cy="381000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DF5CF2C-C4A1-AD49-BD90-AE41A5C2C7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2427" y="2103434"/>
            <a:ext cx="1589191" cy="43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472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3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3152</TotalTime>
  <Words>7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Meiryo UI</vt:lpstr>
      <vt:lpstr>游ゴシック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知弘 吉田</dc:creator>
  <cp:lastModifiedBy>A AAA</cp:lastModifiedBy>
  <cp:revision>470</cp:revision>
  <dcterms:created xsi:type="dcterms:W3CDTF">2023-11-17T06:59:09Z</dcterms:created>
  <dcterms:modified xsi:type="dcterms:W3CDTF">2025-11-16T10:04:22Z</dcterms:modified>
</cp:coreProperties>
</file>